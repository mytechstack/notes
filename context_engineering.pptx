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4206240"/>
            <a:ext cx="2377440" cy="237744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why it matters, and the outcomes it produces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look at designing what a model sees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Context Engineering?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of deliberately curating everything a model sees before it generates a response — instructions, retrieved documents, tool outputs, examples, and memory — rather than treating the prompt as an afterthought.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971800"/>
            <a:ext cx="2880360" cy="2651760"/>
          </a:xfrm>
          <a:prstGeom prst="roundRect">
            <a:avLst>
              <a:gd name="adj" fmla="val 27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42062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prompts, role definitions, task rules, and constraints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94760" y="2971800"/>
            <a:ext cx="2880360" cy="2651760"/>
          </a:xfrm>
          <a:prstGeom prst="roundRect">
            <a:avLst>
              <a:gd name="adj" fmla="val 27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23360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023360" y="3840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23360" y="42062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documents, search results, structured data, memory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40880" y="2971800"/>
            <a:ext cx="2880360" cy="2651760"/>
          </a:xfrm>
          <a:prstGeom prst="roundRect">
            <a:avLst>
              <a:gd name="adj" fmla="val 2759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69480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🛠️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269480" y="3840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State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69480" y="420624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tools, prior tool outputs, conversation history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269480" y="1234440"/>
            <a:ext cx="434340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137160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quality is fixed.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quality is not.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Matters: The Outcomes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weights — different context, radically different results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262F7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relevant context reduces hallucination and outdated answers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19272" y="169164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262F7A"/>
          </a:solidFill>
          <a:ln/>
        </p:spPr>
      </p:sp>
      <p:sp>
        <p:nvSpPr>
          <p:cNvPr id="9" name="Text 7"/>
          <p:cNvSpPr/>
          <p:nvPr/>
        </p:nvSpPr>
        <p:spPr>
          <a:xfrm>
            <a:off x="3502152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02152" y="2651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02152" y="30632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Well-structured context produces repeatable behavior across runs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9904" y="169164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262F7A"/>
          </a:solidFill>
          <a:ln/>
        </p:spPr>
      </p:sp>
      <p:sp>
        <p:nvSpPr>
          <p:cNvPr id="13" name="Text 11"/>
          <p:cNvSpPr/>
          <p:nvPr/>
        </p:nvSpPr>
        <p:spPr>
          <a:xfrm>
            <a:off x="6272784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272784" y="2651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72784" y="30632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context cuts token cost and latency without losing quality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60536" y="169164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262F7A"/>
          </a:solidFill>
          <a:ln/>
        </p:spPr>
      </p:sp>
      <p:sp>
        <p:nvSpPr>
          <p:cNvPr id="17" name="Text 15"/>
          <p:cNvSpPr/>
          <p:nvPr/>
        </p:nvSpPr>
        <p:spPr>
          <a:xfrm>
            <a:off x="9043416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043416" y="26517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Success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43416" y="30632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multi-step agentic tasks complete reliably to the end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Levers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decisions that shape what a model actually sees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6733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20440" y="1673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include — retrieve only what's relevant to the task at hand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🗜️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256946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25694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or truncate low-value content to save context budget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83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346557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34655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and format information so the model can parse it reliably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79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🧭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43616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20440" y="43616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tools, sub-agents, or context windows to reduce noise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76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5257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20440" y="5257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carries across turns via memory vs. what resets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 — Selection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 agent answering a billing question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FBECEC"/>
          </a:solidFill>
          <a:ln w="12700">
            <a:solidFill>
              <a:srgbClr val="A63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A630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Selection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40-page product manual, full account history, and unrelated support macros are stuffed into every prompt regardless of the question asked.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EAF6EE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874520"/>
            <a:ext cx="457200" cy="45720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Selection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customer's last 3 invoices and the specific billing policy section are retrieved and included, matched to the question's intent.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206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→ Poor selection: slower, costlier, and the model sometimes answers from the wrong section. Targeted selection: faster, cheaper, and consistently correct.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 — Structure &amp; Compression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coding agent reviewing a pull request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FBECEC"/>
          </a:solidFill>
          <a:ln w="12700">
            <a:solidFill>
              <a:srgbClr val="A63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A630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Unstructured Dump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git diff, full file contents, and CI logs are pasted in as one long unlabeled block of text with no headers or separation.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EAF6EE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874520"/>
            <a:ext cx="457200" cy="45720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Context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is summarized by file, labeled sections separate 'Changed Files,' 'Test Results,' and 'Related Issues,' with irrelevant boilerplate stripped.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206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→ Unstructured dump: model conflates test failures with unrelated code. Structured context: model correctly attributes each failure to its cause.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3 — Persistence &amp; Isolation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multi-day research assistant across sessions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FBECEC"/>
          </a:solidFill>
          <a:ln w="12700">
            <a:solidFill>
              <a:srgbClr val="A63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A630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or Nothing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the full raw transcript of every past session is replayed each time, or no memory at all — the assistant either drowns in noise or forgets everything.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EAF6EE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874520"/>
            <a:ext cx="457200" cy="45720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Curated Memory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decisions, open questions, and user preferences are distilled into a compact memory record; stale or resolved threads are pruned.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206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→ Full replay or none: context bloat or repeated re-explaining. Curated memory: continuity without the token cost, fewer repeated questions.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vs. Strong Context Engineering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448056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Dimension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Poor Context Engineering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Strong Context Engineering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available, dumped 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what's relevant to the task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Unlabeled walls of 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Labeled, structured sections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history or 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Distilled, pruned, task-relevant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token spend, high latency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Right-sized, efficient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Inconsistent, error-prone output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Reliable, repeatable output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 in Practice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platform teams use it to build and run software, not just ship prompts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6733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Golden-Path Scaffolding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69080" y="167335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services generated with your actual conventions, repo structure, and approved libraries — not generic patterns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256946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Retrievable Runbooks &amp; IaC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069080" y="2569464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Terraform modules, and ADRs become queryable knowledge instead of just searchable text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83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34655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Context-Aware Code Review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69080" y="3465576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reflects real lint rules, past incident postmortems, and service-ownership boundaries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79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25880" y="436168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Incident Triage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69080" y="436168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reasons over current alerts, recent deploys, and service topology in real time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76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🕸️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5257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Graph Queries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069080" y="52578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dependency questions answered from real topology, not stale wiki diagrams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4 — Golden-Path Scaffolding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 asks an assistant to create a new microservice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FBECEC"/>
          </a:solidFill>
          <a:ln w="12700">
            <a:solidFill>
              <a:srgbClr val="A63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A630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only knows general best practices: it picks an arbitrary framework, invents its own folder layout, and skips your service mesh sidecar and auth middleware entirely.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EAF6EE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874520"/>
            <a:ext cx="457200" cy="45720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Context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is grounded in your service template, approved libraries, internal API gateway config, and required sidecars — pulled live from your platform catalog.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206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→ Generic context: scaffold gets rewritten in review, misses compliance hooks. Platform context: service is deployable and compliant on first PR.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5 — Live Incident Triage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on-call engineer asks an assistant why a service is failing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FBECEC"/>
          </a:solidFill>
          <a:ln w="12700">
            <a:solidFill>
              <a:srgbClr val="A63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A6303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only has the runbook text from months ago — no visibility into today's alerts, the deploy that went out an hour ago, or which downstream services are affected.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EAF6EE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874520"/>
            <a:ext cx="457200" cy="45720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18928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System Context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alerts, the last 3 deploys, and the service dependency graph are pulled into context, so the assistant can correlate the failure to its likely cause.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206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→ Static context: engineer re-does the investigation manually. Live context: assistant narrows root cause in minutes, cites the correlated deploy.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26307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34416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is the discipline of curating — not maximizing — what a model sees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39572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context isn't better context: selection and compression drive accuracy and cost together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44728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lets a model parse information reliably; unstructured dumps invite errors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49884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should be distilled, not replayed — curate across sessions, not just within one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6235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555040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platform teams, this means grounding assistants in real conventions, live system state, and org knowledge — not generic defaults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2026-08-09T08:10:12Z</dcterms:created>
  <dcterms:modified xsi:type="dcterms:W3CDTF">2026-08-09T08:10:12Z</dcterms:modified>
</cp:coreProperties>
</file>