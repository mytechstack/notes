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0F766E">
              <a:alpha val="18000"/>
            </a:srgbClr>
          </a:solidFill>
          <a:ln w="12700">
            <a:solidFill>
              <a:srgbClr val="0F766E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19202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PLATFORM TEAM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Search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1148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Search · Intent Understanding · AI-Powered Experiences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886200"/>
            <a:ext cx="4114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2026  •  Digital Bank Platform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132320" y="146304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Capability — 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1371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5486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63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Current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1901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Federated search across multiple data sources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5486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63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13248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Intent Understanding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13248" y="1901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Rule-based parsing &amp; how we interpret user queries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06040"/>
            <a:ext cx="5486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06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8408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AI Roadmap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8408" y="3044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LLM-powered intent &amp; semantic search direction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60604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606040"/>
            <a:ext cx="5486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606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13248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User Experience Vision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13248" y="3044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The future of contextual, predictive 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4114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749040"/>
            <a:ext cx="54864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490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8408" y="3840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Execution Plan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8408" y="4187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Milestones, teams, and success metrics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01  CURRENT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Search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</a:rPr>
              <a:t>One query. Multiple sources. Unified results.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645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828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Query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93392" y="2167128"/>
            <a:ext cx="548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8608" y="1691640"/>
            <a:ext cx="2011680" cy="1051560"/>
          </a:xfrm>
          <a:prstGeom prst="rect">
            <a:avLst/>
          </a:prstGeom>
          <a:solidFill>
            <a:srgbClr val="112D4E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169164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Search Orchestrator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5152" y="1764792"/>
            <a:ext cx="457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1490472"/>
            <a:ext cx="1645920" cy="640080"/>
          </a:xfrm>
          <a:prstGeom prst="rect">
            <a:avLst/>
          </a:prstGeom>
          <a:solidFill>
            <a:srgbClr val="1E3A5F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49047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764792"/>
            <a:ext cx="3657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45152" y="2496312"/>
            <a:ext cx="457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38928" y="2221992"/>
            <a:ext cx="1645920" cy="640080"/>
          </a:xfrm>
          <a:prstGeom prst="rect">
            <a:avLst/>
          </a:prstGeom>
          <a:solidFill>
            <a:srgbClr val="1E3A5F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222199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Accounts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2496312"/>
            <a:ext cx="3657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5152" y="3227832"/>
            <a:ext cx="4572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38928" y="2953512"/>
            <a:ext cx="1645920" cy="640080"/>
          </a:xfrm>
          <a:prstGeom prst="rect">
            <a:avLst/>
          </a:prstGeom>
          <a:solidFill>
            <a:srgbClr val="1E3A5F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29535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Contacts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3227832"/>
            <a:ext cx="3657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05472" y="1691640"/>
            <a:ext cx="1600200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16916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Aggregator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397764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97764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97764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397764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840480"/>
            <a:ext cx="1965960" cy="960120"/>
          </a:xfrm>
          <a:prstGeom prst="rect">
            <a:avLst/>
          </a:prstGeom>
          <a:solidFill>
            <a:srgbClr val="112D4E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913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5+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20040" y="4315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Federated Sources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14600" y="3840480"/>
            <a:ext cx="1965960" cy="960120"/>
          </a:xfrm>
          <a:prstGeom prst="rect">
            <a:avLst/>
          </a:prstGeom>
          <a:solidFill>
            <a:srgbClr val="112D4E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3913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&lt;300ms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514600" y="4315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P95 Latency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840480"/>
            <a:ext cx="1965960" cy="960120"/>
          </a:xfrm>
          <a:prstGeom prst="rect">
            <a:avLst/>
          </a:prstGeom>
          <a:solidFill>
            <a:srgbClr val="112D4E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913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1 API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709160" y="4315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Unified Interface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03720" y="3840480"/>
            <a:ext cx="1965960" cy="960120"/>
          </a:xfrm>
          <a:prstGeom prst="rect">
            <a:avLst/>
          </a:prstGeom>
          <a:solidFill>
            <a:srgbClr val="112D4E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391363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∞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903720" y="4315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Extensible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02  INTENT UNDERSTANDING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Query to Intent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Rule-based parsing today, LLM-powered understanding tomorrow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4023360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45920"/>
            <a:ext cx="402336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45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TODAY — Rule-Based Parsing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30552"/>
            <a:ext cx="594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3055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Tokenize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70432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Break query into tokens &amp; n-grams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594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2432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Classify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70432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Match regex &amp; keyword patterns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118104"/>
            <a:ext cx="594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1810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Entity Extract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70432" y="3145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Date, amount, account type, name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594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1188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Route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70432" y="3639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Map intent → target data source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105656"/>
            <a:ext cx="5943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0565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Execute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70432" y="41330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Dispatch structured query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1645920"/>
            <a:ext cx="4023360" cy="3154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64592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645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TOMORROW — LLM-Powered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65192" y="222199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1305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Natural Language: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21305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"Show charges from Stripe last month"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65192" y="2715768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2624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Ambiguity Resolution: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26243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Clarifying questions in context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65192" y="3209544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1181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Semantic Similarity: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31181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Find related without exact match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65192" y="370332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3611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Cross-Source Insight: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92240" y="36118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"Why did cash drop this week?"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65192" y="4197096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41056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Personalization: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92240" y="41056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Learns from your search patterns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03  AI SEARCH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to AI Search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321040" cy="54864"/>
          </a:xfrm>
          <a:prstGeom prst="rect">
            <a:avLst/>
          </a:prstGeom>
          <a:solidFill>
            <a:srgbClr val="14B8A6">
              <a:alpha val="60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34086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256032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Now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108960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Federated search live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5478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456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Rule-based intent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98678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895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5+ sources integrated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51960" y="2340864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417320"/>
            <a:ext cx="256032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4612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Augment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46120" y="2633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Q3 2026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108960"/>
            <a:ext cx="10972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65576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LLM intent classifier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3547872"/>
            <a:ext cx="10972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3456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Embedding-based ranking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3986784"/>
            <a:ext cx="10972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5576" y="3895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Query auto-complete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0" y="2340864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417320"/>
            <a:ext cx="256032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Intelligence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26480" y="2633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Q1 2027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3108960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Conversational search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72200" y="3547872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3456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Cross-source insights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3986784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3895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Anomaly surfacing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04  USER EXPERIENCE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That Thinks Like a Banker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Anticipate what users need before they can articulate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274320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19072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56232"/>
            <a:ext cx="347472" cy="347472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47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Universal Search Bar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Single entry point across transactions, accounts, contacts, and docs — no drawer navigation needed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719072"/>
            <a:ext cx="274320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719072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856232"/>
            <a:ext cx="347472" cy="347472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847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Contextual Suggestions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22677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Smart autocomplete surfacing recent queries, trending searches, and personalized patterns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719072"/>
            <a:ext cx="274320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719072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856232"/>
            <a:ext cx="347472" cy="347472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847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Natural Language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09360" y="22677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"Payments over $500 to vendors last quarter" — no filter menus required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319272"/>
            <a:ext cx="274320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19272"/>
            <a:ext cx="27432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56432"/>
            <a:ext cx="347472" cy="347472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447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Proactive Insights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38679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"You searched for this 3x — here's a saved view" and anomaly alerts in results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3319272"/>
            <a:ext cx="274320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319272"/>
            <a:ext cx="274320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3456432"/>
            <a:ext cx="347472" cy="347472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1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3447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Faceted Refinement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383280" y="38679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Dynamic filters that update based on result set, not static taxonomy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72200" y="3319272"/>
            <a:ext cx="274320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3319272"/>
            <a:ext cx="27432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3456432"/>
            <a:ext cx="347472" cy="347472"/>
          </a:xfrm>
          <a:prstGeom prst="ellipse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1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447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</a:rPr>
              <a:t>Zero-Result Recovery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09360" y="38679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When nothing matches, suggest alternatives, related data, or escalate to support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05  EXECUTION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Get There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5029200" cy="3520440"/>
          </a:xfrm>
          <a:prstGeom prst="rect">
            <a:avLst/>
          </a:prstGeom>
          <a:solidFill>
            <a:srgbClr val="0B2545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4081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MILESTONES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" y="1828800"/>
            <a:ext cx="960120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288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Q2 '26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54480" y="18562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LLM intent classifier (shadow mode)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194560"/>
            <a:ext cx="0" cy="164592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75488" y="2377440"/>
            <a:ext cx="960120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377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Q3 '26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54480" y="24048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Embedding search for 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2743200"/>
            <a:ext cx="0" cy="164592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75488" y="2926080"/>
            <a:ext cx="960120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2608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Q4 '26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54480" y="29535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Conversational search beta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3291840"/>
            <a:ext cx="0" cy="164592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75488" y="3474720"/>
            <a:ext cx="960120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4747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Q1 '27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554480" y="35021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Cross-source insight engine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3840480"/>
            <a:ext cx="0" cy="164592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75488" y="4023360"/>
            <a:ext cx="960120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0233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Q2 '27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54480" y="40507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Full personalization layer GA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1298448"/>
            <a:ext cx="3246120" cy="3520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14081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CFBF1"/>
                </a:solidFill>
              </a:rPr>
              <a:t>SUCCESS METRICS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87568" y="1828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&lt; 300ms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3232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Query latency P95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87568" y="23957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&gt; 90%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24414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Intent classification accuracy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87568" y="29626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&lt; 2%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32320" y="3008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Zero-result rate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87568" y="35295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4.5★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32320" y="357530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Search NPS score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87568" y="40965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3×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32320" y="4142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</a:rPr>
              <a:t>Search-to-action conversion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search 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conversational, contextual,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always one step ahead.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11480" y="3291840"/>
            <a:ext cx="32004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Built by the Platform Team  ·  Digital Bank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Platform — Platform Team</dc:title>
  <dc:subject>PptxGenJS Presentation</dc:subject>
  <dc:creator>PptxGenJS</dc:creator>
  <cp:lastModifiedBy>PptxGenJS</cp:lastModifiedBy>
  <cp:revision>1</cp:revision>
  <dcterms:created xsi:type="dcterms:W3CDTF">2026-04-07T06:41:46Z</dcterms:created>
  <dcterms:modified xsi:type="dcterms:W3CDTF">2026-04-07T06:41:46Z</dcterms:modified>
</cp:coreProperties>
</file>